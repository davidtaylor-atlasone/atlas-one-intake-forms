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64008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8229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BUSINESS CONSULTING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424160" cy="13716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 u="none">
                <a:solidFill>
                  <a:srgbClr val="FFFFFF"/>
                </a:solidFill>
                <a:latin typeface="Horas"/>
              </a:rPr>
              <a:t>The documents that decide how a claim goes.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9692640" cy="11430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u="none">
                <a:solidFill>
                  <a:srgbClr val="DBE4ED"/>
                </a:solidFill>
                <a:latin typeface="DM Sans"/>
              </a:rPr>
              <a:t>A handbook and a safety manual written for the states you actually operate in, in the languages your people actually read — and kept current as the law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788DE3"/>
                </a:solidFill>
                <a:latin typeface="Horas"/>
              </a:rPr>
              <a:t>PREPARED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85232"/>
            <a:ext cx="100584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FFFFFF"/>
                </a:solidFill>
                <a:latin typeface="Horas"/>
              </a:rPr>
              <a:t>Test Company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788DE3"/>
                </a:solidFill>
                <a:latin typeface="Horas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FFFFFF"/>
                </a:solidFill>
                <a:latin typeface="DM Sans"/>
              </a:rPr>
              <a:t>David Taylor  ·  380-CALL-A1S (380-225-5217)  ·  david@atlasonesolutions.com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Why this exists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Business Consulting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554480"/>
            <a:ext cx="10515600" cy="22860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828800"/>
            <a:ext cx="9784080" cy="10058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Most handbooks are a template someone downloaded, for one state, years ago.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34640"/>
            <a:ext cx="9784080" cy="8686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u="none">
                <a:solidFill>
                  <a:srgbClr val="DBE4ED"/>
                </a:solidFill>
                <a:latin typeface="DM Sans"/>
              </a:rPr>
              <a:t>The document only matters twice: when an employee disputes something, and when an agency asks. On both occasions a generic handbook is worse than none, because it commits you to policies you did not write and cannot follow.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60520"/>
            <a:ext cx="1051560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 u="none">
                <a:solidFill>
                  <a:srgbClr val="23304D"/>
                </a:solidFill>
                <a:latin typeface="Horas"/>
              </a:rPr>
              <a:t>A safety manual is not paperwork — it is your experience modifier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92040"/>
            <a:ext cx="9235440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 u="none">
                <a:solidFill>
                  <a:srgbClr val="3A4457"/>
                </a:solidFill>
                <a:latin typeface="DM Sans"/>
              </a:rPr>
              <a:t>Written programs, training records and documented near-miss reporting are what carriers look for. They shape your mod, and your mod shapes every workers' comp premium you pay for the next three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Four jobs, running against your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Business Consulting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557784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01368"/>
            <a:ext cx="5029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Written for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240280"/>
            <a:ext cx="50292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Your policies, your PTO rules, your discipline process — not a template with your logo dropped on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557784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904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801368"/>
            <a:ext cx="5029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Every state you touch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240280"/>
            <a:ext cx="50292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Multi-state supplements for each jurisdiction where you have someone working, kept separate and current.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557784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67912"/>
            <a:ext cx="50292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78808"/>
            <a:ext cx="5029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Bilingual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50292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English and Spanish, so acknowledgement means something and 'I didn't understand it' is not a defense.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61188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611880"/>
            <a:ext cx="557784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867912"/>
            <a:ext cx="50292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78808"/>
            <a:ext cx="5029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Acknowledged &amp; tracked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617720"/>
            <a:ext cx="50292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Distribution, signatures and version history recorded, so you can prove who received what and when.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What it costs, stated plainly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Business Consulting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4114800" cy="237744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356616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23304D"/>
                </a:solidFill>
                <a:latin typeface="Horas"/>
              </a:rPr>
              <a:t>ONE-TIME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3566160" cy="8412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 u="none">
                <a:solidFill>
                  <a:srgbClr val="23304D"/>
                </a:solidFill>
                <a:latin typeface="Horas"/>
              </a:rPr>
              <a:t>$950 to $2,150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u="none">
                <a:solidFill>
                  <a:srgbClr val="3A4457"/>
                </a:solidFill>
                <a:latin typeface="DM Sans"/>
              </a:rPr>
              <a:t>depending on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94760"/>
            <a:ext cx="4114800" cy="2011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 u="none">
                <a:solidFill>
                  <a:srgbClr val="5C6780"/>
                </a:solidFill>
                <a:latin typeface="DM Sans"/>
              </a:rPr>
              <a:t>Attorney-drafted handbooks commonly run $1,500 to $5,000 and safety consultants $1,500 to $5,000. These are built from the same standards at a lower cost because we are already in your business.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188720"/>
            <a:ext cx="4434840" cy="676656"/>
          </a:xfrm>
          <a:prstGeom prst="rect">
            <a:avLst/>
          </a:prstGeom>
          <a:solidFill>
            <a:srgbClr val="23304D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1188720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What's included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188720"/>
            <a:ext cx="2468880" cy="676656"/>
          </a:xfrm>
          <a:prstGeom prst="rect">
            <a:avLst/>
          </a:prstGeom>
          <a:solidFill>
            <a:srgbClr val="23304D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188720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865376"/>
            <a:ext cx="443484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1865376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Employee handbook — custom, bilingual, multi-state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1865376"/>
            <a:ext cx="246888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0888" y="1865376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$950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542032"/>
            <a:ext cx="44348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2542032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Safety manual — OSHA programs and checklists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2542032"/>
            <a:ext cx="2468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888" y="2542032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$1,200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218688"/>
            <a:ext cx="443484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56048" y="3218688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Both together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3218688"/>
            <a:ext cx="246888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0888" y="3218688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$2,150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895344"/>
            <a:ext cx="44348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3895344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Handbook update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3895344"/>
            <a:ext cx="2468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90888" y="3895344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$250 per update, included at Professional and above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4572000"/>
            <a:ext cx="443484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6048" y="4572000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Safety manual update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4572000"/>
            <a:ext cx="246888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90888" y="4572000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$300 per update, included at Professional and above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5248656"/>
            <a:ext cx="44348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6048" y="5248656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Employment agreements, 1099 and NDA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5248656"/>
            <a:ext cx="2468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90888" y="5248656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$450 each · $1,200 for all three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HOW IT GETS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Most of it on our 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Business Consulting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1188720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53895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53895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261872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What you have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554480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We read whatever exists today, however old.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212848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478023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3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286000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578608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How you actually handle PTO, discipline, remote work and overtime — so the document matches the business.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236976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02151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02151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310128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Draft &amp;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602736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You get a draft with every decision flagged for your call.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4261103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26278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526278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334255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Distribute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626863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Issued bilingually with acknowledgements collected and recorded.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5285231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550406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550406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358383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Keep current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650991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Updated as the law changes in each state you operate 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WHAT YOU'LL NEED, AND STRAIGHT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Most businesses already have all of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Business Consulting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512064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WHAT WE NEED FROM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51206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481328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Current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1481328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Whatever handbook or policies exist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267712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States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267712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Everywhere you have someone working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054096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Your practices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054096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How PTO, discipline and scheduling really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840480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A decision-maker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840480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Someone who can settle a policy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626864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Your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626864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Two to three hours across the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051560"/>
            <a:ext cx="580644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STRAIGHT ANSWERS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325880"/>
            <a:ext cx="58064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1325880"/>
            <a:ext cx="64008" cy="987552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389888"/>
            <a:ext cx="54406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Is this legal advice?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1655064"/>
            <a:ext cx="5440680" cy="60350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No. These are compliance documents built to current standards. Where something needs an employment attorney we will say so.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386584"/>
            <a:ext cx="58064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2386584"/>
            <a:ext cx="64008" cy="987552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450592"/>
            <a:ext cx="54406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We only operate in one state.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715768"/>
            <a:ext cx="5440680" cy="60350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Then it is one state today, and the supplement structure is there the day you hire across a line.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447288"/>
            <a:ext cx="58064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3447288"/>
            <a:ext cx="64008" cy="987552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511296"/>
            <a:ext cx="54406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How fast?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3776472"/>
            <a:ext cx="5440680" cy="60350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Two to three weeks, most of it on our 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64008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 u="none">
                <a:solidFill>
                  <a:srgbClr val="FFFFFF"/>
                </a:solidFill>
                <a:latin typeface="Horas"/>
              </a:rPr>
              <a:t>One Call Solves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4160520"/>
            <a:ext cx="5943600" cy="137160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315968"/>
            <a:ext cx="594360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617720"/>
            <a:ext cx="557784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DM Sans"/>
              </a:rPr>
              <a:t>Say yes and we start the review. It takes under an hour of your time to find out what this is worth.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u="none">
                <a:solidFill>
                  <a:srgbClr val="FFFFFF"/>
                </a:solidFill>
                <a:latin typeface="DM Sans"/>
              </a:rPr>
              <a:t>David Taylor  ·  380-CALL-A1S (380-225-5217)  ·  david@atlasonesolutions.com  ·  www.AtlasOneSolutions.com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