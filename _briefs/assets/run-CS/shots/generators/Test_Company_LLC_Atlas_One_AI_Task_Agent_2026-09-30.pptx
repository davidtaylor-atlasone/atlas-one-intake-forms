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6400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8229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TECHNOLOGY &amp;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424160" cy="13716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 u="none">
                <a:solidFill>
                  <a:srgbClr val="FFFFFF"/>
                </a:solidFill>
                <a:latin typeface="Horas"/>
              </a:rPr>
              <a:t>Every commitment you made this week, in one 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9692640" cy="11430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 u="none">
                <a:solidFill>
                  <a:srgbClr val="DBE4ED"/>
                </a:solidFill>
                <a:latin typeface="DM Sans"/>
              </a:rPr>
              <a:t>Commitments get made in email, on calls and in meetings — and then live in somebody's memory. This agent finds them, writes them down, and tells you what is slipping before the client does.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788DE3"/>
                </a:solidFill>
                <a:latin typeface="Horas"/>
              </a:rPr>
              <a:t>PREPARED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85232"/>
            <a:ext cx="100584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 u="none">
                <a:solidFill>
                  <a:srgbClr val="FFFFFF"/>
                </a:solidFill>
                <a:latin typeface="Horas"/>
              </a:rPr>
              <a:t>Test Company LLC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788DE3"/>
                </a:solidFill>
                <a:latin typeface="Hora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0584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FFFFFF"/>
                </a:solidFill>
                <a:latin typeface="DM Sans"/>
              </a:rPr>
              <a:t>David Taylor  ·  380-CALL-A1S (380-225-5217)  ·  david@atlasonesolutions.com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Why this exists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Technology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554480"/>
            <a:ext cx="10515600" cy="2286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828800"/>
            <a:ext cx="9784080" cy="10058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The work that damages a business is rarely the work someone refused. It is the work everyone assumed was handled.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9784080" cy="8686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u="none">
                <a:solidFill>
                  <a:srgbClr val="DBE4ED"/>
                </a:solidFill>
                <a:latin typeface="DM Sans"/>
              </a:rPr>
              <a:t>Promises are made across email, meetings and hallway conversations, then tracked in four places or none. Nobody is lazy — there is simply no single list, so the follow-up depends on whoever happens to remember.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60520"/>
            <a:ext cx="1051560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 u="none">
                <a:solidFill>
                  <a:srgbClr val="23304D"/>
                </a:solidFill>
                <a:latin typeface="Horas"/>
              </a:rPr>
              <a:t>It writes the list. You still run the business.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892040"/>
            <a:ext cx="9235440" cy="9144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 u="none">
                <a:solidFill>
                  <a:srgbClr val="3A4457"/>
                </a:solidFill>
                <a:latin typeface="DM Sans"/>
              </a:rPr>
              <a:t>Nothing is assigned to a client, nothing is sent outside the company, and nothing is marked complete on your behalf. It keeps the record — the decisions stay yours.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IT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Four jobs, running against your business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Technology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23444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23444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490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80136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24028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Commitments pulled out of email and meeting notes as they are made, with who owes what to whom.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23444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49047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80136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Assign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24028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Each item lands on a named person with a date, not in a shared inbox nobody owns.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1188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1188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6791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7880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Quiet reminders before something is late, to the person who owns it — not a status meeting.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611880"/>
            <a:ext cx="5577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611880"/>
            <a:ext cx="5577840" cy="8229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67912"/>
            <a:ext cx="50292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u="none">
                <a:solidFill>
                  <a:srgbClr val="788DE3"/>
                </a:solidFill>
                <a:latin typeface="Hora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78808"/>
            <a:ext cx="5029200" cy="38404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u="none">
                <a:solidFill>
                  <a:srgbClr val="23304D"/>
                </a:solidFill>
                <a:latin typeface="Horas"/>
              </a:rPr>
              <a:t>Surface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617720"/>
            <a:ext cx="5029200" cy="10058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 u="none">
                <a:solidFill>
                  <a:srgbClr val="3A4457"/>
                </a:solidFill>
                <a:latin typeface="DM Sans"/>
              </a:rPr>
              <a:t>A short daily list of what is slipping, so you spend attention on exceptions instead of reading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What it costs, stated plainly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Technology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188720"/>
            <a:ext cx="4114800" cy="237744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356616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u="none">
                <a:solidFill>
                  <a:srgbClr val="23304D"/>
                </a:solidFill>
                <a:latin typeface="Horas"/>
              </a:rPr>
              <a:t>MANAGED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3566160" cy="8412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 u="none">
                <a:solidFill>
                  <a:srgbClr val="23304D"/>
                </a:solidFill>
                <a:latin typeface="Horas"/>
              </a:rPr>
              <a:t>$199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 u="none">
                <a:solidFill>
                  <a:srgbClr val="3A4457"/>
                </a:solidFill>
                <a:latin typeface="DM Sans"/>
              </a:rPr>
              <a:t>/ month, standalone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94760"/>
            <a:ext cx="4114800" cy="20116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 u="none">
                <a:solidFill>
                  <a:srgbClr val="5C6780"/>
                </a:solidFill>
                <a:latin typeface="DM Sans"/>
              </a:rPr>
              <a:t>Managed AI services commonly run $500 to $5,000 a month. This is priced for a business that needs the outcome, not a platform.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88720"/>
            <a:ext cx="4434840" cy="676656"/>
          </a:xfrm>
          <a:prstGeom prst="rect">
            <a:avLst/>
          </a:prstGeom>
          <a:solidFill>
            <a:srgbClr val="23304D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1188720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>What's included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188720"/>
            <a:ext cx="2468880" cy="676656"/>
          </a:xfrm>
          <a:prstGeom prst="rect">
            <a:avLst/>
          </a:prstGeom>
          <a:solidFill>
            <a:srgbClr val="23304D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188720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 u="none">
                <a:solidFill>
                  <a:srgbClr val="FFFFFF"/>
                </a:solidFill>
                <a:latin typeface="Horas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865376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865376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AI Task Agent, standalone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865376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0888" y="1865376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$199 / mo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542032"/>
            <a:ext cx="44348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2542032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Bundled with the AI Email Assistant, or on Enterprise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81160" y="2542032"/>
            <a:ext cx="2468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2542032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$99 / 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218688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6048" y="3218688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Included in Concierge membership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81160" y="3218688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0888" y="3218688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Included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895344"/>
            <a:ext cx="443484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56048" y="3895344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One-time setup &amp; configuration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81160" y="3895344"/>
            <a:ext cx="246888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3895344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$500, waived when bundled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4572000"/>
            <a:ext cx="443484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4572000"/>
            <a:ext cx="421538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Ongoing tuning &amp;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572000"/>
            <a:ext cx="2468880" cy="676656"/>
          </a:xfrm>
          <a:prstGeom prst="rect">
            <a:avLst/>
          </a:prstGeom>
          <a:solidFill>
            <a:srgbClr val="FAFAF8"/>
          </a:solidFill>
          <a:ln w="6350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4572000"/>
            <a:ext cx="2249424" cy="67665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 u="none">
                <a:solidFill>
                  <a:srgbClr val="17202F"/>
                </a:solidFill>
                <a:latin typeface="DM Sans"/>
              </a:rPr>
              <a:t>Included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HOW IT GETS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Most of it on our side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Technology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188720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453895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453895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261872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554480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Where commitments are made today, and which ones hurt when missed.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2212848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478023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78023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286000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578608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Email, calendar and meeting notes connected inside your own tenant.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3236976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502151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502151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310128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Tune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602736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It learns which phrases are real commitments and which are chatter.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" y="4261103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26278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526278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4334255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Shadow week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626863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You confirm or reject each captured item; the corrections train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5285231"/>
            <a:ext cx="10332720" cy="932687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5550406"/>
            <a:ext cx="402336" cy="402336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550406"/>
            <a:ext cx="402336" cy="402336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Horas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358383"/>
            <a:ext cx="978408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u="none">
                <a:solidFill>
                  <a:srgbClr val="23304D"/>
                </a:solidFill>
                <a:latin typeface="Horas"/>
              </a:rPr>
              <a:t>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650991"/>
            <a:ext cx="9784080" cy="512063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 u="none">
                <a:solidFill>
                  <a:srgbClr val="3A4457"/>
                </a:solidFill>
                <a:latin typeface="DM Sans"/>
              </a:rPr>
              <a:t>A daily list, and a nudge before something slips.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5156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 u="none">
                <a:solidFill>
                  <a:srgbClr val="FFFFFF"/>
                </a:solidFill>
                <a:latin typeface="Horas"/>
              </a:rPr>
              <a:t>WHAT YOU'LL NEED, AND STRAIGHT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"/>
            <a:ext cx="1051560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 u="none">
                <a:solidFill>
                  <a:srgbClr val="DBE4ED"/>
                </a:solidFill>
                <a:latin typeface="DM Sans"/>
              </a:rPr>
              <a:t>Most businesses already have all of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rgbClr val="DBE4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592824"/>
            <a:ext cx="777240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 u="none">
                <a:solidFill>
                  <a:srgbClr val="FFFFFF"/>
                </a:solidFill>
                <a:latin typeface="DM Sans"/>
              </a:rPr>
              <a:t>Atlas One  ·  Test Company LLC  ·  Technology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92824"/>
            <a:ext cx="173736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512064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WHAT WE NEED FROM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25880"/>
            <a:ext cx="512064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1481328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Email &amp; 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1481328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Microsoft 365 or Google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267712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Meeting notes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267712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Optional — Zoom, Fathom, Read AI or similar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054096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Administrator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054096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Someone who can approve an application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40480"/>
            <a:ext cx="141732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Your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840480"/>
            <a:ext cx="3246120" cy="65836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u="none">
                <a:solidFill>
                  <a:srgbClr val="3A4457"/>
                </a:solidFill>
                <a:latin typeface="DM Sans"/>
              </a:rPr>
              <a:t>About an hour, plus shadow week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051560"/>
            <a:ext cx="5806440" cy="256032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u="none">
                <a:solidFill>
                  <a:srgbClr val="23304D"/>
                </a:solidFill>
                <a:latin typeface="Horas"/>
              </a:rPr>
              <a:t>STRAIGHT ANSWERS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325880"/>
            <a:ext cx="5806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1325880"/>
            <a:ext cx="64008" cy="98755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389888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Is this another project tool nobody opens?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655064"/>
            <a:ext cx="5440680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It writes the list for you. If a tool needs discipline to work, it does not work — that is the whole point.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2386584"/>
            <a:ext cx="5806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0" y="2386584"/>
            <a:ext cx="64008" cy="98755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2450592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Does it read everything?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715768"/>
            <a:ext cx="5440680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It reads what you connect, inside your tenant, and extracts commitments. Nothing is copied out and nothing trains a shared model.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447288"/>
            <a:ext cx="580644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EE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3447288"/>
            <a:ext cx="64008" cy="987552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72200" y="3511296"/>
            <a:ext cx="5440680" cy="2743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 u="none">
                <a:solidFill>
                  <a:srgbClr val="23304D"/>
                </a:solidFill>
                <a:latin typeface="Horas"/>
              </a:rPr>
              <a:t>Can it assign work to clients?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776472"/>
            <a:ext cx="5440680" cy="603504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u="none">
                <a:solidFill>
                  <a:srgbClr val="3A4457"/>
                </a:solidFill>
                <a:latin typeface="DM Sans"/>
              </a:rPr>
              <a:t>No. It tracks what your team owes. Anything outbound stays a decision you make.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64008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 u="none">
                <a:solidFill>
                  <a:srgbClr val="FFFFFF"/>
                </a:solidFill>
                <a:latin typeface="Horas"/>
              </a:rPr>
              <a:t>One Call Solves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 u="none">
                <a:solidFill>
                  <a:srgbClr val="DBE4ED"/>
                </a:solidFill>
                <a:latin typeface="DM Sans"/>
              </a:rPr>
              <a:t>Less paperwork. More time for what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4160520"/>
            <a:ext cx="5943600" cy="1371600"/>
          </a:xfrm>
          <a:prstGeom prst="rect">
            <a:avLst/>
          </a:prstGeom>
          <a:solidFill>
            <a:srgbClr val="788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315968"/>
            <a:ext cx="5943600" cy="292608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u="none">
                <a:solidFill>
                  <a:srgbClr val="FFFFFF"/>
                </a:solidFill>
                <a:latin typeface="Horas"/>
              </a:rPr>
              <a:t>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4617720"/>
            <a:ext cx="557784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 u="none">
                <a:solidFill>
                  <a:srgbClr val="FFFFFF"/>
                </a:solidFill>
                <a:latin typeface="DM Sans"/>
              </a:rPr>
              <a:t>Say yes and we start the review. It takes under an hour of your time to find out what this is worth.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 u="none">
                <a:solidFill>
                  <a:srgbClr val="FFFFFF"/>
                </a:solidFill>
                <a:latin typeface="DM Sans"/>
              </a:rPr>
              <a:t>David Taylor  ·  380-CALL-A1S (380-225-5217)  ·  david@atlasonesolutions.com  ·  www.AtlasOneSolutions.com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